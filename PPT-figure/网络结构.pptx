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581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9173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2011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9904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5998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3259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618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1007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26068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930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705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36045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2FB89-5765-47F2-8749-02A9FA3E6D91}" type="datetimeFigureOut">
              <a:rPr lang="zh-CN" altLang="en-US" smtClean="0"/>
              <a:t>2026/4/21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FC3520-9388-4A9E-A65E-8AD0E3EC348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6851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组合 33"/>
          <p:cNvGrpSpPr/>
          <p:nvPr/>
        </p:nvGrpSpPr>
        <p:grpSpPr>
          <a:xfrm>
            <a:off x="3329187" y="1835239"/>
            <a:ext cx="2196317" cy="2182970"/>
            <a:chOff x="3329187" y="1835239"/>
            <a:chExt cx="2196317" cy="2182970"/>
          </a:xfrm>
        </p:grpSpPr>
        <p:sp>
          <p:nvSpPr>
            <p:cNvPr id="4" name="椭圆 3"/>
            <p:cNvSpPr/>
            <p:nvPr/>
          </p:nvSpPr>
          <p:spPr>
            <a:xfrm>
              <a:off x="3335628" y="1835239"/>
              <a:ext cx="379927" cy="3799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zh-CN" altLang="en-US" sz="900" dirty="0"/>
            </a:p>
          </p:txBody>
        </p:sp>
        <p:sp>
          <p:nvSpPr>
            <p:cNvPr id="5" name="椭圆 4"/>
            <p:cNvSpPr/>
            <p:nvPr/>
          </p:nvSpPr>
          <p:spPr>
            <a:xfrm>
              <a:off x="3329188" y="2453424"/>
              <a:ext cx="379927" cy="3799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" name="椭圆 5"/>
            <p:cNvSpPr/>
            <p:nvPr/>
          </p:nvSpPr>
          <p:spPr>
            <a:xfrm>
              <a:off x="3329187" y="3638282"/>
              <a:ext cx="379927" cy="3799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文本框 9"/>
            <p:cNvSpPr txBox="1"/>
            <p:nvPr/>
          </p:nvSpPr>
          <p:spPr>
            <a:xfrm rot="5400000">
              <a:off x="3417738" y="2954695"/>
              <a:ext cx="453970" cy="584775"/>
            </a:xfrm>
            <a:prstGeom prst="rect">
              <a:avLst/>
            </a:prstGeom>
            <a:noFill/>
          </p:spPr>
          <p:txBody>
            <a:bodyPr vert="horz" wrap="none" rtlCol="0" anchor="t">
              <a:spAutoFit/>
            </a:bodyPr>
            <a:lstStyle/>
            <a:p>
              <a:pPr algn="ctr"/>
              <a:r>
                <a:rPr lang="en-US" altLang="zh-CN" sz="3200" dirty="0" smtClean="0"/>
                <a:t>...</a:t>
              </a:r>
              <a:endParaRPr lang="zh-CN" altLang="en-US" sz="3200" dirty="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3379557" y="1898243"/>
              <a:ext cx="292068" cy="253916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zh-CN" sz="1050" dirty="0" smtClean="0">
                  <a:solidFill>
                    <a:schemeClr val="bg1"/>
                  </a:solidFill>
                </a:rPr>
                <a:t>x</a:t>
              </a:r>
              <a:r>
                <a:rPr lang="en-US" altLang="zh-CN" sz="1050" baseline="-25000" dirty="0" smtClean="0">
                  <a:solidFill>
                    <a:schemeClr val="bg1"/>
                  </a:solidFill>
                </a:rPr>
                <a:t>1</a:t>
              </a:r>
              <a:endParaRPr lang="zh-CN" altLang="en-US" sz="1050" baseline="-25000" dirty="0">
                <a:solidFill>
                  <a:schemeClr val="bg1"/>
                </a:solidFill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378408" y="2516429"/>
              <a:ext cx="292068" cy="253916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zh-CN" sz="1050" dirty="0" smtClean="0">
                  <a:solidFill>
                    <a:schemeClr val="bg1"/>
                  </a:solidFill>
                </a:rPr>
                <a:t>x</a:t>
              </a:r>
              <a:r>
                <a:rPr lang="en-US" altLang="zh-CN" sz="1050" baseline="-25000" dirty="0">
                  <a:solidFill>
                    <a:schemeClr val="bg1"/>
                  </a:solidFill>
                </a:rPr>
                <a:t>2</a:t>
              </a:r>
              <a:endParaRPr lang="zh-CN" altLang="en-US" sz="1050" baseline="-25000" dirty="0">
                <a:solidFill>
                  <a:schemeClr val="bg1"/>
                </a:solidFill>
              </a:endParaRPr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3373116" y="3701287"/>
              <a:ext cx="293670" cy="253916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zh-CN" sz="1050" dirty="0" smtClean="0">
                  <a:solidFill>
                    <a:schemeClr val="bg1"/>
                  </a:solidFill>
                </a:rPr>
                <a:t>x</a:t>
              </a:r>
              <a:r>
                <a:rPr lang="en-US" altLang="zh-CN" sz="1050" baseline="-25000" dirty="0" smtClean="0">
                  <a:solidFill>
                    <a:schemeClr val="bg1"/>
                  </a:solidFill>
                </a:rPr>
                <a:t>n</a:t>
              </a:r>
              <a:endParaRPr lang="zh-CN" altLang="en-US" sz="1050" baseline="-25000" dirty="0">
                <a:solidFill>
                  <a:schemeClr val="bg1"/>
                </a:solidFill>
              </a:endParaRPr>
            </a:p>
          </p:txBody>
        </p:sp>
        <p:sp>
          <p:nvSpPr>
            <p:cNvPr id="15" name="椭圆 14"/>
            <p:cNvSpPr/>
            <p:nvPr/>
          </p:nvSpPr>
          <p:spPr>
            <a:xfrm>
              <a:off x="4917582" y="2203672"/>
              <a:ext cx="379927" cy="3799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>
              <a:off x="4917581" y="3388530"/>
              <a:ext cx="379927" cy="3799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文本框 16"/>
            <p:cNvSpPr txBox="1"/>
            <p:nvPr/>
          </p:nvSpPr>
          <p:spPr>
            <a:xfrm rot="5400000">
              <a:off x="5006132" y="2704943"/>
              <a:ext cx="453970" cy="584775"/>
            </a:xfrm>
            <a:prstGeom prst="rect">
              <a:avLst/>
            </a:prstGeom>
            <a:noFill/>
          </p:spPr>
          <p:txBody>
            <a:bodyPr vert="horz" wrap="none" rtlCol="0" anchor="t">
              <a:spAutoFit/>
            </a:bodyPr>
            <a:lstStyle/>
            <a:p>
              <a:pPr algn="ctr"/>
              <a:r>
                <a:rPr lang="en-US" altLang="zh-CN" sz="3200" dirty="0" smtClean="0"/>
                <a:t>...</a:t>
              </a:r>
              <a:endParaRPr lang="zh-CN" altLang="en-US" sz="3200" dirty="0"/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4966802" y="2266677"/>
              <a:ext cx="295274" cy="253916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zh-CN" sz="1050" dirty="0" smtClean="0">
                  <a:solidFill>
                    <a:schemeClr val="bg1"/>
                  </a:solidFill>
                </a:rPr>
                <a:t>y</a:t>
              </a:r>
              <a:r>
                <a:rPr lang="en-US" altLang="zh-CN" sz="1050" baseline="-25000" dirty="0">
                  <a:solidFill>
                    <a:schemeClr val="bg1"/>
                  </a:solidFill>
                </a:rPr>
                <a:t>1</a:t>
              </a:r>
              <a:endParaRPr lang="zh-CN" altLang="en-US" sz="1050" baseline="-25000" dirty="0">
                <a:solidFill>
                  <a:schemeClr val="bg1"/>
                </a:solidFill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4961510" y="3451535"/>
              <a:ext cx="322524" cy="253916"/>
            </a:xfrm>
            <a:prstGeom prst="rect">
              <a:avLst/>
            </a:prstGeom>
            <a:noFill/>
          </p:spPr>
          <p:txBody>
            <a:bodyPr vert="horz" wrap="none" rtlCol="0">
              <a:spAutoFit/>
            </a:bodyPr>
            <a:lstStyle/>
            <a:p>
              <a:r>
                <a:rPr lang="en-US" altLang="zh-CN" sz="1050" dirty="0" smtClean="0">
                  <a:solidFill>
                    <a:schemeClr val="bg1"/>
                  </a:solidFill>
                </a:rPr>
                <a:t>y</a:t>
              </a:r>
              <a:r>
                <a:rPr lang="en-US" altLang="zh-CN" sz="1050" baseline="-25000" dirty="0">
                  <a:solidFill>
                    <a:schemeClr val="bg1"/>
                  </a:solidFill>
                </a:rPr>
                <a:t>m</a:t>
              </a:r>
              <a:endParaRPr lang="zh-CN" altLang="en-US" sz="1050" baseline="-25000" dirty="0">
                <a:solidFill>
                  <a:schemeClr val="bg1"/>
                </a:solidFill>
              </a:endParaRPr>
            </a:p>
          </p:txBody>
        </p:sp>
        <p:cxnSp>
          <p:nvCxnSpPr>
            <p:cNvPr id="23" name="直接箭头连接符 22"/>
            <p:cNvCxnSpPr>
              <a:stCxn id="4" idx="6"/>
              <a:endCxn id="15" idx="2"/>
            </p:cNvCxnSpPr>
            <p:nvPr/>
          </p:nvCxnSpPr>
          <p:spPr>
            <a:xfrm>
              <a:off x="3715555" y="2025203"/>
              <a:ext cx="1202027" cy="36843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>
              <a:stCxn id="5" idx="6"/>
              <a:endCxn id="15" idx="2"/>
            </p:cNvCxnSpPr>
            <p:nvPr/>
          </p:nvCxnSpPr>
          <p:spPr>
            <a:xfrm flipV="1">
              <a:off x="3709115" y="2393636"/>
              <a:ext cx="1208467" cy="2497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箭头连接符 26"/>
            <p:cNvCxnSpPr>
              <a:stCxn id="6" idx="6"/>
              <a:endCxn id="15" idx="2"/>
            </p:cNvCxnSpPr>
            <p:nvPr/>
          </p:nvCxnSpPr>
          <p:spPr>
            <a:xfrm flipV="1">
              <a:off x="3709114" y="2393636"/>
              <a:ext cx="1208468" cy="14346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/>
            <p:cNvCxnSpPr>
              <a:stCxn id="4" idx="6"/>
              <a:endCxn id="16" idx="2"/>
            </p:cNvCxnSpPr>
            <p:nvPr/>
          </p:nvCxnSpPr>
          <p:spPr>
            <a:xfrm>
              <a:off x="3715555" y="2025203"/>
              <a:ext cx="1202026" cy="155329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箭头连接符 30"/>
            <p:cNvCxnSpPr>
              <a:stCxn id="5" idx="6"/>
              <a:endCxn id="16" idx="2"/>
            </p:cNvCxnSpPr>
            <p:nvPr/>
          </p:nvCxnSpPr>
          <p:spPr>
            <a:xfrm>
              <a:off x="3709115" y="2643388"/>
              <a:ext cx="1208466" cy="9351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/>
            <p:cNvCxnSpPr>
              <a:stCxn id="6" idx="6"/>
              <a:endCxn id="16" idx="2"/>
            </p:cNvCxnSpPr>
            <p:nvPr/>
          </p:nvCxnSpPr>
          <p:spPr>
            <a:xfrm flipV="1">
              <a:off x="3709114" y="3578494"/>
              <a:ext cx="1208467" cy="24975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229086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7</Words>
  <Application>Microsoft Office PowerPoint</Application>
  <PresentationFormat>宽屏</PresentationFormat>
  <Paragraphs>7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陈鸿煜</dc:creator>
  <cp:lastModifiedBy>陈鸿煜</cp:lastModifiedBy>
  <cp:revision>2</cp:revision>
  <dcterms:created xsi:type="dcterms:W3CDTF">2026-04-21T11:55:51Z</dcterms:created>
  <dcterms:modified xsi:type="dcterms:W3CDTF">2026-04-21T12:26:37Z</dcterms:modified>
</cp:coreProperties>
</file>