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17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1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990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59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5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61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007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0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930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70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60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2FB89-5765-47F2-8749-02A9FA3E6D91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C3520-9388-4A9E-A65E-8AD0E3EC34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85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998111" y="2234484"/>
            <a:ext cx="2196317" cy="2182970"/>
            <a:chOff x="3329187" y="1835239"/>
            <a:chExt cx="2196317" cy="2182970"/>
          </a:xfrm>
        </p:grpSpPr>
        <p:sp>
          <p:nvSpPr>
            <p:cNvPr id="4" name="椭圆 3"/>
            <p:cNvSpPr/>
            <p:nvPr/>
          </p:nvSpPr>
          <p:spPr>
            <a:xfrm>
              <a:off x="3335628" y="1835239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5" name="椭圆 4"/>
            <p:cNvSpPr/>
            <p:nvPr/>
          </p:nvSpPr>
          <p:spPr>
            <a:xfrm>
              <a:off x="3329188" y="2453424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3329187" y="3638282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 rot="5400000">
              <a:off x="3417738" y="2954695"/>
              <a:ext cx="453970" cy="584775"/>
            </a:xfrm>
            <a:prstGeom prst="rect">
              <a:avLst/>
            </a:prstGeom>
            <a:noFill/>
          </p:spPr>
          <p:txBody>
            <a:bodyPr vert="horz" wrap="none" rtlCol="0" anchor="t">
              <a:spAutoFit/>
            </a:bodyPr>
            <a:lstStyle/>
            <a:p>
              <a:pPr algn="ctr"/>
              <a:r>
                <a:rPr lang="en-US" altLang="zh-CN" sz="3200" dirty="0" smtClean="0"/>
                <a:t>...</a:t>
              </a:r>
              <a:endParaRPr lang="zh-CN" altLang="en-US" sz="3200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379557" y="1898243"/>
              <a:ext cx="292068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x</a:t>
              </a:r>
              <a:r>
                <a:rPr lang="en-US" altLang="zh-CN" sz="1050" baseline="-25000" dirty="0" smtClean="0">
                  <a:solidFill>
                    <a:schemeClr val="bg1"/>
                  </a:solidFill>
                </a:rPr>
                <a:t>1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378408" y="2516429"/>
              <a:ext cx="292068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x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2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373116" y="3701287"/>
              <a:ext cx="293670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x</a:t>
              </a:r>
              <a:r>
                <a:rPr lang="en-US" altLang="zh-CN" sz="1050" baseline="-25000" dirty="0" smtClean="0">
                  <a:solidFill>
                    <a:schemeClr val="bg1"/>
                  </a:solidFill>
                </a:rPr>
                <a:t>n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4917582" y="2203672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4917581" y="3388530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 rot="5400000">
              <a:off x="5006132" y="2704943"/>
              <a:ext cx="453970" cy="584775"/>
            </a:xfrm>
            <a:prstGeom prst="rect">
              <a:avLst/>
            </a:prstGeom>
            <a:noFill/>
          </p:spPr>
          <p:txBody>
            <a:bodyPr vert="horz" wrap="none" rtlCol="0" anchor="t">
              <a:spAutoFit/>
            </a:bodyPr>
            <a:lstStyle/>
            <a:p>
              <a:pPr algn="ctr"/>
              <a:r>
                <a:rPr lang="en-US" altLang="zh-CN" sz="3200" dirty="0" smtClean="0"/>
                <a:t>...</a:t>
              </a:r>
              <a:endParaRPr lang="zh-CN" altLang="en-US" sz="32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966802" y="2266677"/>
              <a:ext cx="29527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y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1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961510" y="3451535"/>
              <a:ext cx="32252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y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m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cxnSp>
          <p:nvCxnSpPr>
            <p:cNvPr id="23" name="直接箭头连接符 22"/>
            <p:cNvCxnSpPr>
              <a:stCxn id="4" idx="6"/>
              <a:endCxn id="15" idx="2"/>
            </p:cNvCxnSpPr>
            <p:nvPr/>
          </p:nvCxnSpPr>
          <p:spPr>
            <a:xfrm>
              <a:off x="3715555" y="2025203"/>
              <a:ext cx="1202027" cy="368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5" idx="6"/>
              <a:endCxn id="15" idx="2"/>
            </p:cNvCxnSpPr>
            <p:nvPr/>
          </p:nvCxnSpPr>
          <p:spPr>
            <a:xfrm flipV="1">
              <a:off x="3709115" y="2393636"/>
              <a:ext cx="1208467" cy="2497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6" idx="6"/>
              <a:endCxn id="15" idx="2"/>
            </p:cNvCxnSpPr>
            <p:nvPr/>
          </p:nvCxnSpPr>
          <p:spPr>
            <a:xfrm flipV="1">
              <a:off x="3709114" y="2393636"/>
              <a:ext cx="1208468" cy="14346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4" idx="6"/>
              <a:endCxn id="16" idx="2"/>
            </p:cNvCxnSpPr>
            <p:nvPr/>
          </p:nvCxnSpPr>
          <p:spPr>
            <a:xfrm>
              <a:off x="3715555" y="2025203"/>
              <a:ext cx="1202026" cy="155329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5" idx="6"/>
              <a:endCxn id="16" idx="2"/>
            </p:cNvCxnSpPr>
            <p:nvPr/>
          </p:nvCxnSpPr>
          <p:spPr>
            <a:xfrm>
              <a:off x="3709115" y="2643388"/>
              <a:ext cx="1208466" cy="935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6" idx="6"/>
              <a:endCxn id="16" idx="2"/>
            </p:cNvCxnSpPr>
            <p:nvPr/>
          </p:nvCxnSpPr>
          <p:spPr>
            <a:xfrm flipV="1">
              <a:off x="3709114" y="3578494"/>
              <a:ext cx="1208467" cy="2497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6078827" y="2234484"/>
            <a:ext cx="3274124" cy="2182970"/>
            <a:chOff x="6078827" y="2234484"/>
            <a:chExt cx="3274124" cy="2182970"/>
          </a:xfrm>
        </p:grpSpPr>
        <p:sp>
          <p:nvSpPr>
            <p:cNvPr id="22" name="椭圆 21"/>
            <p:cNvSpPr/>
            <p:nvPr/>
          </p:nvSpPr>
          <p:spPr>
            <a:xfrm>
              <a:off x="6085268" y="2234484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24" name="椭圆 23"/>
            <p:cNvSpPr/>
            <p:nvPr/>
          </p:nvSpPr>
          <p:spPr>
            <a:xfrm>
              <a:off x="6078828" y="2852669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6078827" y="4037527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 rot="5400000">
              <a:off x="6167378" y="3353940"/>
              <a:ext cx="453970" cy="584775"/>
            </a:xfrm>
            <a:prstGeom prst="rect">
              <a:avLst/>
            </a:prstGeom>
            <a:noFill/>
          </p:spPr>
          <p:txBody>
            <a:bodyPr vert="horz" wrap="none" rtlCol="0" anchor="t">
              <a:spAutoFit/>
            </a:bodyPr>
            <a:lstStyle/>
            <a:p>
              <a:pPr algn="ctr"/>
              <a:r>
                <a:rPr lang="en-US" altLang="zh-CN" sz="3200" dirty="0" smtClean="0"/>
                <a:t>...</a:t>
              </a:r>
              <a:endParaRPr lang="zh-CN" altLang="en-US" sz="32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6129197" y="2297488"/>
              <a:ext cx="292068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x</a:t>
              </a:r>
              <a:r>
                <a:rPr lang="en-US" altLang="zh-CN" sz="1050" baseline="-25000" dirty="0" smtClean="0">
                  <a:solidFill>
                    <a:schemeClr val="bg1"/>
                  </a:solidFill>
                </a:rPr>
                <a:t>1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128048" y="2915674"/>
              <a:ext cx="292068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x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2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6122756" y="4100532"/>
              <a:ext cx="293670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x</a:t>
              </a:r>
              <a:r>
                <a:rPr lang="en-US" altLang="zh-CN" sz="1050" baseline="-25000" dirty="0" smtClean="0">
                  <a:solidFill>
                    <a:schemeClr val="bg1"/>
                  </a:solidFill>
                </a:rPr>
                <a:t>n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8745029" y="2602917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8745028" y="3787775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 rot="5400000">
              <a:off x="8833579" y="3104188"/>
              <a:ext cx="453970" cy="584775"/>
            </a:xfrm>
            <a:prstGeom prst="rect">
              <a:avLst/>
            </a:prstGeom>
            <a:noFill/>
          </p:spPr>
          <p:txBody>
            <a:bodyPr vert="horz" wrap="none" rtlCol="0" anchor="t">
              <a:spAutoFit/>
            </a:bodyPr>
            <a:lstStyle/>
            <a:p>
              <a:pPr algn="ctr"/>
              <a:r>
                <a:rPr lang="en-US" altLang="zh-CN" sz="3200" dirty="0" smtClean="0"/>
                <a:t>...</a:t>
              </a:r>
              <a:endParaRPr lang="zh-CN" altLang="en-US" sz="3200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794249" y="2665922"/>
              <a:ext cx="29527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y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1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788957" y="3850780"/>
              <a:ext cx="32252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y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m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7065738" y="2234484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CN" altLang="en-US" sz="900" dirty="0"/>
            </a:p>
          </p:txBody>
        </p:sp>
        <p:sp>
          <p:nvSpPr>
            <p:cNvPr id="48" name="椭圆 47"/>
            <p:cNvSpPr/>
            <p:nvPr/>
          </p:nvSpPr>
          <p:spPr>
            <a:xfrm>
              <a:off x="7059298" y="2852669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7059297" y="4037527"/>
              <a:ext cx="379927" cy="37992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 rot="5400000">
              <a:off x="7147848" y="3353940"/>
              <a:ext cx="453970" cy="584775"/>
            </a:xfrm>
            <a:prstGeom prst="rect">
              <a:avLst/>
            </a:prstGeom>
            <a:noFill/>
          </p:spPr>
          <p:txBody>
            <a:bodyPr vert="horz" wrap="none" rtlCol="0" anchor="t">
              <a:spAutoFit/>
            </a:bodyPr>
            <a:lstStyle/>
            <a:p>
              <a:pPr algn="ctr"/>
              <a:r>
                <a:rPr lang="en-US" altLang="zh-CN" sz="3200" dirty="0" smtClean="0"/>
                <a:t>...</a:t>
              </a:r>
              <a:endParaRPr lang="zh-CN" altLang="en-US" sz="3200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7109667" y="2297488"/>
              <a:ext cx="30649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>
                  <a:solidFill>
                    <a:schemeClr val="bg1"/>
                  </a:solidFill>
                </a:rPr>
                <a:t>h</a:t>
              </a:r>
              <a:r>
                <a:rPr lang="en-US" altLang="zh-CN" sz="1050" baseline="-25000" dirty="0" smtClean="0">
                  <a:solidFill>
                    <a:schemeClr val="bg1"/>
                  </a:solidFill>
                </a:rPr>
                <a:t>1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7108518" y="2915674"/>
              <a:ext cx="30649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h</a:t>
              </a:r>
              <a:r>
                <a:rPr lang="en-US" altLang="zh-CN" sz="1050" baseline="-25000" dirty="0" smtClean="0">
                  <a:solidFill>
                    <a:schemeClr val="bg1"/>
                  </a:solidFill>
                </a:rPr>
                <a:t>2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103226" y="4100532"/>
              <a:ext cx="279244" cy="253916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r>
                <a:rPr lang="en-US" altLang="zh-CN" sz="1050" dirty="0" smtClean="0">
                  <a:solidFill>
                    <a:schemeClr val="bg1"/>
                  </a:solidFill>
                </a:rPr>
                <a:t>h</a:t>
              </a:r>
              <a:r>
                <a:rPr lang="en-US" altLang="zh-CN" sz="1050" baseline="-25000" dirty="0">
                  <a:solidFill>
                    <a:schemeClr val="bg1"/>
                  </a:solidFill>
                </a:rPr>
                <a:t>j</a:t>
              </a:r>
              <a:endParaRPr lang="zh-CN" altLang="en-US" sz="105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 rot="5400000">
              <a:off x="7997289" y="3049141"/>
              <a:ext cx="453970" cy="584775"/>
            </a:xfrm>
            <a:prstGeom prst="rect">
              <a:avLst/>
            </a:prstGeom>
            <a:noFill/>
          </p:spPr>
          <p:txBody>
            <a:bodyPr vert="horz" wrap="none" rtlCol="0" anchor="t">
              <a:spAutoFit/>
            </a:bodyPr>
            <a:lstStyle/>
            <a:p>
              <a:pPr algn="ctr"/>
              <a:r>
                <a:rPr lang="en-US" altLang="zh-CN" sz="3200" dirty="0" smtClean="0"/>
                <a:t>...</a:t>
              </a:r>
              <a:endParaRPr lang="zh-CN" altLang="en-US" sz="3200" dirty="0"/>
            </a:p>
          </p:txBody>
        </p:sp>
        <p:cxnSp>
          <p:nvCxnSpPr>
            <p:cNvPr id="55" name="直接箭头连接符 54"/>
            <p:cNvCxnSpPr>
              <a:stCxn id="22" idx="6"/>
              <a:endCxn id="47" idx="2"/>
            </p:cNvCxnSpPr>
            <p:nvPr/>
          </p:nvCxnSpPr>
          <p:spPr>
            <a:xfrm>
              <a:off x="6465195" y="2424448"/>
              <a:ext cx="600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>
              <a:stCxn id="22" idx="6"/>
              <a:endCxn id="48" idx="2"/>
            </p:cNvCxnSpPr>
            <p:nvPr/>
          </p:nvCxnSpPr>
          <p:spPr>
            <a:xfrm>
              <a:off x="6465195" y="2424448"/>
              <a:ext cx="594103" cy="618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>
              <a:stCxn id="22" idx="6"/>
              <a:endCxn id="49" idx="2"/>
            </p:cNvCxnSpPr>
            <p:nvPr/>
          </p:nvCxnSpPr>
          <p:spPr>
            <a:xfrm>
              <a:off x="6465195" y="2424448"/>
              <a:ext cx="594102" cy="1803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>
              <a:stCxn id="24" idx="6"/>
              <a:endCxn id="47" idx="2"/>
            </p:cNvCxnSpPr>
            <p:nvPr/>
          </p:nvCxnSpPr>
          <p:spPr>
            <a:xfrm flipV="1">
              <a:off x="6458755" y="2424448"/>
              <a:ext cx="606983" cy="6181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24" idx="6"/>
              <a:endCxn id="48" idx="2"/>
            </p:cNvCxnSpPr>
            <p:nvPr/>
          </p:nvCxnSpPr>
          <p:spPr>
            <a:xfrm>
              <a:off x="6458755" y="3042633"/>
              <a:ext cx="600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24" idx="6"/>
              <a:endCxn id="49" idx="2"/>
            </p:cNvCxnSpPr>
            <p:nvPr/>
          </p:nvCxnSpPr>
          <p:spPr>
            <a:xfrm>
              <a:off x="6458755" y="3042633"/>
              <a:ext cx="600542" cy="1184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26" idx="6"/>
              <a:endCxn id="47" idx="2"/>
            </p:cNvCxnSpPr>
            <p:nvPr/>
          </p:nvCxnSpPr>
          <p:spPr>
            <a:xfrm flipV="1">
              <a:off x="6458754" y="2424448"/>
              <a:ext cx="606984" cy="1803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>
              <a:stCxn id="26" idx="6"/>
              <a:endCxn id="48" idx="2"/>
            </p:cNvCxnSpPr>
            <p:nvPr/>
          </p:nvCxnSpPr>
          <p:spPr>
            <a:xfrm flipV="1">
              <a:off x="6458754" y="3042633"/>
              <a:ext cx="600544" cy="1184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26" idx="6"/>
              <a:endCxn id="49" idx="2"/>
            </p:cNvCxnSpPr>
            <p:nvPr/>
          </p:nvCxnSpPr>
          <p:spPr>
            <a:xfrm>
              <a:off x="6458754" y="4227491"/>
              <a:ext cx="60054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endCxn id="36" idx="2"/>
            </p:cNvCxnSpPr>
            <p:nvPr/>
          </p:nvCxnSpPr>
          <p:spPr>
            <a:xfrm>
              <a:off x="8120130" y="2619304"/>
              <a:ext cx="624899" cy="1735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endCxn id="36" idx="2"/>
            </p:cNvCxnSpPr>
            <p:nvPr/>
          </p:nvCxnSpPr>
          <p:spPr>
            <a:xfrm flipV="1">
              <a:off x="8113689" y="2792881"/>
              <a:ext cx="631340" cy="2289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endCxn id="36" idx="2"/>
            </p:cNvCxnSpPr>
            <p:nvPr/>
          </p:nvCxnSpPr>
          <p:spPr>
            <a:xfrm flipV="1">
              <a:off x="8107248" y="2792881"/>
              <a:ext cx="637781" cy="6264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endCxn id="37" idx="2"/>
            </p:cNvCxnSpPr>
            <p:nvPr/>
          </p:nvCxnSpPr>
          <p:spPr>
            <a:xfrm>
              <a:off x="8120130" y="3232596"/>
              <a:ext cx="624898" cy="7451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>
              <a:endCxn id="37" idx="2"/>
            </p:cNvCxnSpPr>
            <p:nvPr/>
          </p:nvCxnSpPr>
          <p:spPr>
            <a:xfrm>
              <a:off x="8084697" y="3696237"/>
              <a:ext cx="660331" cy="2815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>
              <a:endCxn id="37" idx="2"/>
            </p:cNvCxnSpPr>
            <p:nvPr/>
          </p:nvCxnSpPr>
          <p:spPr>
            <a:xfrm flipV="1">
              <a:off x="8035477" y="3977739"/>
              <a:ext cx="709551" cy="1227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>
              <a:stCxn id="51" idx="3"/>
            </p:cNvCxnSpPr>
            <p:nvPr/>
          </p:nvCxnSpPr>
          <p:spPr>
            <a:xfrm>
              <a:off x="7416161" y="2424446"/>
              <a:ext cx="562301" cy="7304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52" idx="3"/>
              <a:endCxn id="54" idx="2"/>
            </p:cNvCxnSpPr>
            <p:nvPr/>
          </p:nvCxnSpPr>
          <p:spPr>
            <a:xfrm>
              <a:off x="7415012" y="3042632"/>
              <a:ext cx="516875" cy="2988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49" idx="6"/>
            </p:cNvCxnSpPr>
            <p:nvPr/>
          </p:nvCxnSpPr>
          <p:spPr>
            <a:xfrm flipV="1">
              <a:off x="7439224" y="3505743"/>
              <a:ext cx="515810" cy="7217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290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19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陈鸿煜</dc:creator>
  <cp:lastModifiedBy>陈鸿煜</cp:lastModifiedBy>
  <cp:revision>4</cp:revision>
  <dcterms:created xsi:type="dcterms:W3CDTF">2026-04-21T11:55:51Z</dcterms:created>
  <dcterms:modified xsi:type="dcterms:W3CDTF">2026-04-22T13:38:05Z</dcterms:modified>
</cp:coreProperties>
</file>